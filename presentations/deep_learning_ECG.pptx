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79" d="100"/>
          <a:sy n="79" d="100"/>
        </p:scale>
        <p:origin x="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4DD4D-A8B7-05C2-5E8A-D2E989F4D8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ECA053-89EB-DA86-AACE-1E0D2A3E9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0E89C-E60F-84EB-6942-BB607CEA1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95CCC-F1AB-1994-6A42-B5A6714E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819E6-C8A3-16EA-5E48-7F65E0D5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776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E43BB-F9BB-0499-0CF3-1AEF0233C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63F4D9-139D-C734-EA10-625F38CE9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A01A2-CF4B-FCE0-0A09-6A771A618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1902A-DCA8-EEA0-FC43-8740E52E0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BA22B-C75B-4A25-3BCC-61E27A27F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945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D8FA7-669B-2DF0-29CF-996A5314B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11C3FE-0338-E796-6E45-0D8A312516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3D758-AF0E-EE8B-3793-823040E86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27C49-EA1D-BC5C-C6FC-1A3E51F3B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052278-C152-F16B-4D9F-74A0EB875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630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54F5F-B30F-662B-7D82-134B72123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F0381-70CB-7234-0BB3-5BAD2ACA4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FD2D0-E151-1C2F-7DAB-E5B653C6E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4EF63F-FD2D-DA4A-3951-84713968A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AC625-D199-E8A8-35B0-6A7070E1E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EAD73-DBAC-6DC6-80DC-857DE65A2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06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91F6-F825-BCB1-D867-016839094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2B6EC-F4CF-A19C-6E40-C700F72E3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2FF6E-7682-0654-D8E9-2C7921061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D55DAE-1197-9823-1A6E-5A7C7FECE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A9DB6-3B03-420D-77B9-9C0970959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8E1261-7D60-C067-FD01-5C5215158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7F86F6-CABB-F883-B3C8-33822F644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0F2107-938F-EFC7-6046-A742B6380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4077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CD374-F76F-0AA6-88FC-156B595C4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19E83A-49B8-CF01-5CA2-D44B42D3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015D7D-8746-870E-836F-167CD01E2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864F7C-8F0B-040D-77C2-35B96FB80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37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B8EE06-FD84-3A76-35EC-97F2D6572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5F28DF-7D5B-F5EA-368A-2DA45C53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9F98CE-6DA3-59E6-2DA7-E41A69F3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729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CD66-862B-FFA1-9B39-AE07C5BD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0E3A7-D85E-D95E-AF90-C3C256A857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9DE82-0E45-734D-538E-210F9A52E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09E53-9D33-C140-D5E9-ECC711333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2B844-19BF-D370-9EDA-5BF3E773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2F650-CB87-939B-70F6-A7F98C62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062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8E716-F03D-C3D3-BAE6-44B975C22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92BE0B-5026-C121-F32A-2FDA127891A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968840-B221-7839-615B-36ED706C7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7D058-7A51-44FE-6EBD-B0DD4ECC6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08039-B1D5-8F13-60B2-528B74189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EE35D-2709-6643-79AA-5146D2987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828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69BBE-89CA-A57F-4CD3-A0379AE1A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8E0D2-6E9F-AE95-7B35-DCBE1A120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29DAF-36B9-945B-F5DD-C7ABCF50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05544-EF4B-7465-90EF-48B4525C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67CB2-0BEA-21AB-1B66-B9F58A36C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292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4D2B66-117F-E6C5-F683-501D464470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A8BA3D-5C4C-B981-FD0E-7F1170C51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34AC24-21DF-DA97-7591-615EB2189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07E9B-1BB5-B502-43B8-E6E77A503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1D4A0-7C81-5DDD-1D13-23602F007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726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5C50DA-B573-BB79-FAB0-EAF9F287C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E3025-8E57-865D-D767-89D4EDE17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220AD-9289-6AE1-AA0C-72C00B6A87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1EE535-D570-4DC9-A284-DFB460C8D2B1}" type="datetimeFigureOut">
              <a:rPr lang="en-IN" smtClean="0"/>
              <a:t>11-10-2026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DCE3E-8A69-FD31-112C-AF872F044A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84C4E7-38BB-8D43-1B4B-7CF31C511B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97BDD-BAC7-4B38-BF35-C8C0FACCA6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60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C675E-0E68-1C39-E405-63AFC3ADBB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F0864-9309-31CB-A832-79D361197C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07C01FD-5909-821F-7AAD-6DB783DAA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418" y="56644"/>
            <a:ext cx="12319438" cy="680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93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4401-A2B9-1ADF-7954-DC7B65497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69E03-E3C1-61D5-B3A3-D3D343BF6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C1F8FC-2786-63B6-68AA-DF8B4C4DF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49" y="320515"/>
            <a:ext cx="11151173" cy="6216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84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13B9-1357-285C-F778-3BC66E13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C0454-BF2B-89BD-2D0A-0947120E5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D4C19-DC8C-5D9C-2DCF-01A5EFCB8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13" y="358617"/>
            <a:ext cx="11151173" cy="61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160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F140-7338-9666-A648-A6C0BF45C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1B6E5-E702-FC45-3F53-013E5CBDA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3A697-4879-2B19-B6DD-F1FB1CE1C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15" y="342741"/>
            <a:ext cx="11074969" cy="6172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421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5BACC-E511-E1FD-8FB0-FFEBE744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94D9B-8580-5DC2-6A85-4E1191663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91AA8F-128B-8193-1E0C-F6D9B8A6A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92" y="358617"/>
            <a:ext cx="11017816" cy="61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40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5F6E-4024-DCF5-F1E5-625011A49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CDA0A-A7F6-2BDF-E2B6-5C83F0678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F9BC6-BBD2-A8A4-2AA6-6317A14BB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13" y="368142"/>
            <a:ext cx="11151173" cy="612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479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C13B9-7FBB-8025-D0A8-8D658A2B3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D8C38-1B23-DE90-376F-7A4C90238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8A929F-4753-752C-1DF8-1AF3C6572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66" y="361792"/>
            <a:ext cx="11036867" cy="6134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77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115D0-F935-A6B9-F6FE-590B80B33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D18C0D3-A9A0-091C-90C8-79BAF78058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527" y="1825625"/>
            <a:ext cx="4920946" cy="43513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AB2353-E35F-35EB-4750-7B0A03779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194" y="342741"/>
            <a:ext cx="10941612" cy="6172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CB2F97-363A-F414-B1B5-FEF76C387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51" y="2136297"/>
            <a:ext cx="7265417" cy="417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804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C544A-04BE-8D51-5D27-FF7BF911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C5319-6AF2-B466-2026-D91EA6898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5D5F15-3037-7E29-32F2-C1C960CC7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793" y="365125"/>
            <a:ext cx="11094020" cy="614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61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4060A-04DC-B0CA-EE19-5EB93B75E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62CA1-9781-692F-E408-A63ECA294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B89B82-EB67-EA32-2A31-F46DE9ED5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1380" y="0"/>
            <a:ext cx="124547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40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Kshitij Agrawal</dc:creator>
  <cp:lastModifiedBy>Kshitij Agrawal</cp:lastModifiedBy>
  <cp:revision>1</cp:revision>
  <dcterms:created xsi:type="dcterms:W3CDTF">2026-10-11T17:42:38Z</dcterms:created>
  <dcterms:modified xsi:type="dcterms:W3CDTF">2026-10-11T17:42:52Z</dcterms:modified>
</cp:coreProperties>
</file>